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LAB PERSOONLIJK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Pitch Presentatie – Onderzoeksverslag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3291840"/>
            <a:ext cx="219456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Eenzaamheid 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91840"/>
            <a:ext cx="219456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Veerkracht 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291840"/>
            <a:ext cx="219456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Zorgdruk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Develop &amp; Experiment  |  Pulse-project  |  Januari –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Aanleiding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2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011680"/>
          </a:xfrm>
          <a:prstGeom prst="rect">
            <a:avLst/>
          </a:prstGeom>
          <a:solidFill>
            <a:srgbClr val="EDE9FE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25296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😰  Het probleem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627632"/>
            <a:ext cx="34381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Formele zorgcontacten zijn te kort, taakgericht of belast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377440"/>
            <a:ext cx="34381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Geen ruimte voor diepgaande interactie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57600" cy="20116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225296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💡  De kans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627632"/>
            <a:ext cx="34381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Jongeren, ouderen én professionals willen authentiek 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377440"/>
            <a:ext cx="34381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Maar de 'kapstok' om dat gesprek te starten ontbreekt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657600" cy="2011680"/>
          </a:xfrm>
          <a:prstGeom prst="rect">
            <a:avLst/>
          </a:prstGeom>
          <a:solidFill>
            <a:srgbClr val="EDE9FE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225296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🎯  Ons antwoord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1627632"/>
            <a:ext cx="34381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Lab Persoonlijk test laagdrempelige creatieve interventies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377440"/>
            <a:ext cx="34381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Spelvormen, gespreksstarters en maakopdrachten als katalysator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11430000" cy="2560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21A8"/>
                </a:solidFill>
              </a:rPr>
              <a:t>Pulse-programma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B4B"/>
                </a:solidFill>
              </a:rPr>
              <a:t>Pulse ontwikkelt via co-creatieve, ontwerpgerichte aanpak nieuwe verbindingsvormen tussen jongeren, ouderen en zorgprofessionals. Binnen de fase Develop &amp; Experiment (jan–jun 2026) worden drie labs uitgevoerd. Lab Persoonlijk richt zich op directe, laagdrempelige creatieve interventies in de dagelijkse zorg- en leefomgeving.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51967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Pulse  ·  Co-creatief  ·  Design-Based Research  ·  Lab Persoonlijk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Doel &amp; Centrale Onderzoeksvraag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3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17373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" cy="17373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21A8"/>
                </a:solidFill>
              </a:rPr>
              <a:t>🎯  Hoofddoel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B4B"/>
                </a:solidFill>
              </a:rPr>
              <a:t>Ontwerpen, testen en verfijnen van laagdrempelige creatieve interventies die aantoonbaar helpen om:
① Betekenisvolle interactie te starten
② Ervaren verbinding en ondersteuning te vergroten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17520"/>
            <a:ext cx="11430000" cy="15544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54864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❓  Centrale Onderzoeksvraag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B4B"/>
                </a:solidFill>
              </a:rPr>
              <a:t>Hoe kunnen laagdrempelige creatieve interventies in de dagelijkse context van ouderen, jongeren en zorgprofessionals betekenisvolle ontmoetingen en wederzijdse ondersteuning op gang brengen en versterken?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1B4B"/>
                </a:solidFill>
              </a:rPr>
              <a:t>STURENDE DEELVRAGEN: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212080"/>
            <a:ext cx="21945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Drempels &amp; Triggers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5212080"/>
            <a:ext cx="21945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Werkzame Elementen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5212080"/>
            <a:ext cx="21945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Inpasbaarheid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5212080"/>
            <a:ext cx="21945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Effect &amp; Betekenis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5212080"/>
            <a:ext cx="21945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Opschalingsvoorwaarden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51967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Pulse  ·  Co-creatief  ·  Design-Based Research  ·  Lab Persoonlijk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Aanpak – 3 Testcycli (Design-Based Research)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4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651760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651760" cy="43891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651760" cy="4114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0058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TM0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Start &amp; Afbakening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Week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Kick-off · Contextscan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Behoeftepeiling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Ontwerpcriteria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097280"/>
            <a:ext cx="2651760" cy="43891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0" y="10058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097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Concept Try-out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Week 3–4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920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3–5 ruwe prototypes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3774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Directe respons meten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8346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Besluit: stoppen/bijstellen?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097280"/>
            <a:ext cx="2651760" cy="43891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097280"/>
            <a:ext cx="2651760" cy="4114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23760" y="10058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TM2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097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In-Context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Week 6–8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920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2–3 verbeterde versies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3774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Realistische setting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8346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Inpasbaarheid &amp; werkdruk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097280"/>
            <a:ext cx="2651760" cy="43891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1097280"/>
            <a:ext cx="2651760" cy="4114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49840" y="10058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TM3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097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Overdrachtstest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Week 10–12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1920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Near-final + handleiding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3774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Test door nieuwe prof.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8346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· Overdraagbaarheid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21A8"/>
                </a:solidFill>
              </a:rPr>
              <a:t>↺  Ontwerpen → Testen → Leren → Aanpassen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51967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Pulse  ·  Co-creatief  ·  Design-Based Research  ·  Lab Persoonlijk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Deelnemers &amp; Dataverzameling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5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21A8"/>
                </a:solidFill>
              </a:rPr>
              <a:t>👥  Pilotgroep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828800" cy="10972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</a:rPr>
              <a:t>👴👵  Ouderen (woonzorg)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6–10 personen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600200"/>
            <a:ext cx="1828800" cy="10972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</a:rPr>
              <a:t>🧑‍🤝‍🧑  Jongeren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6–10 personen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1828800" cy="10972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</a:rPr>
              <a:t>👩‍⚕️  Zorgprofessionals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4–6 personen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34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Werving via coalitiepartners &amp; implementatiepartners (bijv. Laurens)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21A8"/>
                </a:solidFill>
              </a:rPr>
              <a:t>📊  Meetinstrumenten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600200"/>
            <a:ext cx="5212080" cy="2011680"/>
          </a:xfrm>
          <a:prstGeom prst="rect">
            <a:avLst/>
          </a:prstGeom>
          <a:solidFill>
            <a:srgbClr val="EDE9FE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1600200"/>
            <a:ext cx="521208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1636776"/>
            <a:ext cx="5065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Kwalitatief (kern)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039112"/>
            <a:ext cx="49926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Observaties interactiepatronen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414016"/>
            <a:ext cx="49926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Korte interviews na sessie (5–10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2788920"/>
            <a:ext cx="49926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Reflectiekaarten: wat raakte je?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3163824"/>
            <a:ext cx="49926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Deelnemersverhalen (narratief)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749039"/>
            <a:ext cx="5212080" cy="18288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749039"/>
            <a:ext cx="521208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3785615"/>
            <a:ext cx="5065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Kwantitatief – Pulse-Check (0–10)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4187952"/>
            <a:ext cx="4992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💜  Verbondenheid – voor en na elke sessie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4626864"/>
            <a:ext cx="4992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⚡  Energie / Stemming – voor en na elke sessie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5065776"/>
            <a:ext cx="4992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🧘  Spanning / Stress – voor en na elke sessie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51967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Pulse  ·  Co-creatief  ·  Design-Based Research  ·  Lab Persoonlijk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Succescriteria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6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21A8"/>
                </a:solidFill>
              </a:rPr>
              <a:t>✅  Succescriteria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669280" cy="71323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21A8"/>
                </a:solidFill>
              </a:rPr>
              <a:t>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&lt; 15 min uitvoerbaar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842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Minstens één interventie zonder voorbereiding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5669280" cy="71323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32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21A8"/>
                </a:solidFill>
              </a:rPr>
              <a:t>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688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≥ 70% waardering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07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Deelnemers vinden het 'prettig / waardevol'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5669280" cy="71323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558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21A8"/>
                </a:solidFill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918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≥ 2 van 3 sessies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301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Aantoonbaar verdiepend moment (observatie)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5669280" cy="71323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788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21A8"/>
                </a:solidFill>
              </a:rPr>
              <a:t>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Werkdruk-neutraal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531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Professionals: haalbaar binnen routine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097280"/>
            <a:ext cx="5394960" cy="4937760"/>
          </a:xfrm>
          <a:prstGeom prst="rect">
            <a:avLst/>
          </a:prstGeom>
          <a:solidFill>
            <a:srgbClr val="EDE9FE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097280"/>
            <a:ext cx="539496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133856"/>
            <a:ext cx="5248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📦  Deliverables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1536192"/>
            <a:ext cx="517550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1–3 gevalideerde interventies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273808"/>
            <a:ext cx="517550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Stappenplan + varianten per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011424"/>
            <a:ext cx="517550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Do's &amp; don'ts + veiligheidsnotes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749039"/>
            <a:ext cx="517550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Pulse-check + reflectiekaarten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486656"/>
            <a:ext cx="517550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Korte evaluatierapportage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4272"/>
            <a:ext cx="517550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Aanbevelingen Make &amp; Deliver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1967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Pulse  ·  Co-creatief  ·  Design-Based Research  ·  Lab Persoonlijk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Planning – 12 Weken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7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743200"/>
            <a:ext cx="11430000" cy="182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697480"/>
            <a:ext cx="45720" cy="2743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W0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697480"/>
            <a:ext cx="45720" cy="2743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W2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697480"/>
            <a:ext cx="45720" cy="2743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W4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697480"/>
            <a:ext cx="45720" cy="2743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59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W6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697480"/>
            <a:ext cx="45720" cy="2743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W8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38360" y="2697480"/>
            <a:ext cx="45720" cy="2743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W10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612880" y="2697480"/>
            <a:ext cx="45720" cy="2743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5719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W12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188720"/>
            <a:ext cx="1554480" cy="5943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2984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Week 1–2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1353312"/>
            <a:ext cx="8686800" cy="3200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135331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Kick-off &amp; Contextscan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965960"/>
            <a:ext cx="1554480" cy="5943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0756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Week 3–4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2130552"/>
            <a:ext cx="8686800" cy="3200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213055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🧪 Testmoment 1: Concept try-out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43200"/>
            <a:ext cx="1554480" cy="5943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8529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Week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2907792"/>
            <a:ext cx="8686800" cy="3200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290779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Redesign Sprint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20439"/>
            <a:ext cx="1554480" cy="5943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6301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Week 6–8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3685031"/>
            <a:ext cx="86868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8840" y="3685031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🧪 Testmoment 2: In-context pilot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97680"/>
            <a:ext cx="1554480" cy="5943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4074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Week 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4462272"/>
            <a:ext cx="8686800" cy="3200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48840" y="44622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Redesign Sprint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74920"/>
            <a:ext cx="1554480" cy="5943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1846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Week 10–12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5239512"/>
            <a:ext cx="86868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48840" y="523951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🧪 Testmoment 3: Overdrachtstest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651967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Pulse  ·  Co-creatief  ·  Design-Based Research  ·  Lab Persoonlijk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Conclusie &amp; Aanbevelingen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8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18288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" cy="18288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21A8"/>
                </a:solidFill>
              </a:rPr>
              <a:t>Conclusie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B4B"/>
                </a:solidFill>
              </a:rPr>
              <a:t>Lab Persoonlijk biedt een gestructureerd maar flexibel onderzoekstraject met drie iteratieve testcycli. De design-based research aanpak maakt snel leren mogelijk over wat werkt, voor wie en onder welke condities. De Theory of Change fungeert als kompas om aannames doorlopend te toetsen.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63240"/>
            <a:ext cx="11430000" cy="3108960"/>
          </a:xfrm>
          <a:prstGeom prst="rect">
            <a:avLst/>
          </a:prstGeom>
          <a:solidFill>
            <a:srgbClr val="EDE9FE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063240"/>
            <a:ext cx="1143000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099816"/>
            <a:ext cx="11283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Aanbevelingen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502152"/>
            <a:ext cx="11210544" cy="519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Plan voldoende buffers: co-creatie met kwetsbare doelgroepen vraagt meer afstemming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21531"/>
            <a:ext cx="11210544" cy="519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Betrek professionals als mede-ontwerpers van meet af aan, niet alleen als uitvoerders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540910"/>
            <a:ext cx="11210544" cy="519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Documenteer ook mislukte prototypes: negatieve lessen zijn minstens zo waardevol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060289"/>
            <a:ext cx="11210544" cy="519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Plan de overdrachtstest (TM3) vroegtijdig zodat ook 'outsiders' weten hoe het werkt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579668"/>
            <a:ext cx="11210544" cy="519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B4B"/>
                </a:solidFill>
              </a:rPr>
              <a:t>▸  Koppel bevindingen terug aan de Pulse-brede Theory of 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1967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Pulse  ·  Co-creatief  ·  Design-Based Research  ·  Lab Persoonlijk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265176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E1B4B"/>
                </a:solidFill>
              </a:rPr>
              <a:t>💡  CONCEPT IDEE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</a:rPr>
              <a:t>[Naam van jouw concept]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057400"/>
            <a:ext cx="8503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103120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[ Korte pakkende tagline – één zin die je concept omschrijft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53949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54864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803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🔍
Het Probleem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26079"/>
            <a:ext cx="37490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Welk probleem lost dit concept op?
Voor wie?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88920"/>
            <a:ext cx="53949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788920"/>
            <a:ext cx="54864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✨
De Oplossing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926079"/>
            <a:ext cx="37490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Wat is jouw idee in één alinea?
Wat maakt het uniek?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53949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54864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754879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👥
Doelgroep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800600"/>
            <a:ext cx="37490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Wie zijn de gebruikers?
Wat is hun context?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663440"/>
            <a:ext cx="53949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4663440"/>
            <a:ext cx="54864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54879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1A8"/>
                </a:solidFill>
              </a:rPr>
              <a:t>🚀
Volgende Stap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00600"/>
            <a:ext cx="37490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Wat heb je nodig om te testen?
Wat is de eerste actie?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51967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Pulse Lab Persoonlijk  ·  Concept Idee Slide  ·  Vul in met jouw idee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9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